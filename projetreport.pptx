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4" r:id="rId4"/>
  </p:sldMasterIdLst>
  <p:notesMasterIdLst>
    <p:notesMasterId r:id="rId29"/>
  </p:notesMasterIdLst>
  <p:handoutMasterIdLst>
    <p:handoutMasterId r:id="rId30"/>
  </p:handoutMasterIdLst>
  <p:sldIdLst>
    <p:sldId id="317" r:id="rId5"/>
    <p:sldId id="337" r:id="rId6"/>
    <p:sldId id="319" r:id="rId7"/>
    <p:sldId id="336" r:id="rId8"/>
    <p:sldId id="320" r:id="rId9"/>
    <p:sldId id="338" r:id="rId10"/>
    <p:sldId id="322" r:id="rId11"/>
    <p:sldId id="323" r:id="rId12"/>
    <p:sldId id="330" r:id="rId13"/>
    <p:sldId id="324" r:id="rId14"/>
    <p:sldId id="325" r:id="rId15"/>
    <p:sldId id="326" r:id="rId16"/>
    <p:sldId id="327" r:id="rId17"/>
    <p:sldId id="328" r:id="rId18"/>
    <p:sldId id="333" r:id="rId19"/>
    <p:sldId id="340" r:id="rId20"/>
    <p:sldId id="341" r:id="rId21"/>
    <p:sldId id="342" r:id="rId22"/>
    <p:sldId id="343" r:id="rId23"/>
    <p:sldId id="344" r:id="rId24"/>
    <p:sldId id="339" r:id="rId25"/>
    <p:sldId id="332" r:id="rId26"/>
    <p:sldId id="334" r:id="rId27"/>
    <p:sldId id="33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29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EC8DF-9D11-4BF1-9130-8B816D3DA627}" type="doc">
      <dgm:prSet loTypeId="urn:microsoft.com/office/officeart/2005/8/layout/process5" loCatId="process" qsTypeId="urn:microsoft.com/office/officeart/2005/8/quickstyle/3d3" qsCatId="3D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7AEC71B0-99D3-4F0E-BB37-8918154C0FB7}">
      <dgm:prSet phldrT="[Text]"/>
      <dgm:spPr/>
      <dgm:t>
        <a:bodyPr/>
        <a:lstStyle/>
        <a:p>
          <a:r>
            <a:rPr lang="en-IN" dirty="0"/>
            <a:t>INPUT IMAGE</a:t>
          </a:r>
        </a:p>
      </dgm:t>
    </dgm:pt>
    <dgm:pt modelId="{1AA8F96E-92DA-4609-8833-CA17567590BD}" type="parTrans" cxnId="{EB80A51C-D0DD-4D2D-8A67-971162176998}">
      <dgm:prSet/>
      <dgm:spPr/>
      <dgm:t>
        <a:bodyPr/>
        <a:lstStyle/>
        <a:p>
          <a:endParaRPr lang="en-IN"/>
        </a:p>
      </dgm:t>
    </dgm:pt>
    <dgm:pt modelId="{EE618723-485C-4FC6-A726-170251E258E5}" type="sibTrans" cxnId="{EB80A51C-D0DD-4D2D-8A67-971162176998}">
      <dgm:prSet/>
      <dgm:spPr/>
      <dgm:t>
        <a:bodyPr/>
        <a:lstStyle/>
        <a:p>
          <a:endParaRPr lang="en-IN" dirty="0"/>
        </a:p>
      </dgm:t>
    </dgm:pt>
    <dgm:pt modelId="{3A5D3860-DBCA-4BC8-BF33-D0D365E044D4}">
      <dgm:prSet phldrT="[Text]"/>
      <dgm:spPr/>
      <dgm:t>
        <a:bodyPr/>
        <a:lstStyle/>
        <a:p>
          <a:r>
            <a:rPr lang="en-IN" dirty="0"/>
            <a:t>RESHAPING</a:t>
          </a:r>
        </a:p>
        <a:p>
          <a:r>
            <a:rPr lang="en-IN" dirty="0"/>
            <a:t>RESIZING</a:t>
          </a:r>
        </a:p>
      </dgm:t>
    </dgm:pt>
    <dgm:pt modelId="{359FCD8B-F61B-468E-9628-10CBE0A99B82}" type="parTrans" cxnId="{E4E67CE2-01AE-4895-A8A4-51DEEE39FF80}">
      <dgm:prSet/>
      <dgm:spPr/>
      <dgm:t>
        <a:bodyPr/>
        <a:lstStyle/>
        <a:p>
          <a:endParaRPr lang="en-IN"/>
        </a:p>
      </dgm:t>
    </dgm:pt>
    <dgm:pt modelId="{E2084DA8-F371-4B9F-A97E-6B63113C70DC}" type="sibTrans" cxnId="{E4E67CE2-01AE-4895-A8A4-51DEEE39FF80}">
      <dgm:prSet/>
      <dgm:spPr/>
      <dgm:t>
        <a:bodyPr/>
        <a:lstStyle/>
        <a:p>
          <a:endParaRPr lang="en-IN" dirty="0"/>
        </a:p>
      </dgm:t>
    </dgm:pt>
    <dgm:pt modelId="{E96EFB76-74FE-4568-BF7F-753B34A7DAE2}">
      <dgm:prSet phldrT="[Text]"/>
      <dgm:spPr/>
      <dgm:t>
        <a:bodyPr/>
        <a:lstStyle/>
        <a:p>
          <a:r>
            <a:rPr lang="en-IN" dirty="0"/>
            <a:t>IMBALANCE HANDLING</a:t>
          </a:r>
        </a:p>
      </dgm:t>
    </dgm:pt>
    <dgm:pt modelId="{B1B5A135-2793-44A9-95AE-AD63C375C69C}" type="parTrans" cxnId="{08B86F9A-0698-4FBB-85ED-18C416742DCE}">
      <dgm:prSet/>
      <dgm:spPr/>
      <dgm:t>
        <a:bodyPr/>
        <a:lstStyle/>
        <a:p>
          <a:endParaRPr lang="en-IN"/>
        </a:p>
      </dgm:t>
    </dgm:pt>
    <dgm:pt modelId="{F040603D-30BB-48E4-A19A-09E2A685F33B}" type="sibTrans" cxnId="{08B86F9A-0698-4FBB-85ED-18C416742DCE}">
      <dgm:prSet/>
      <dgm:spPr/>
      <dgm:t>
        <a:bodyPr/>
        <a:lstStyle/>
        <a:p>
          <a:endParaRPr lang="en-IN" dirty="0"/>
        </a:p>
      </dgm:t>
    </dgm:pt>
    <dgm:pt modelId="{ABE881AF-5BB4-4128-ADFF-B7AE01CB2481}">
      <dgm:prSet phldrT="[Text]"/>
      <dgm:spPr/>
      <dgm:t>
        <a:bodyPr/>
        <a:lstStyle/>
        <a:p>
          <a:r>
            <a:rPr lang="en-IN" dirty="0"/>
            <a:t>SPLITTING DATA</a:t>
          </a:r>
        </a:p>
      </dgm:t>
    </dgm:pt>
    <dgm:pt modelId="{7A81D946-95A4-4862-8C93-B5C44AD0452F}" type="parTrans" cxnId="{470B3E93-205D-4FF2-8B2D-3FB9135F1F8B}">
      <dgm:prSet/>
      <dgm:spPr/>
      <dgm:t>
        <a:bodyPr/>
        <a:lstStyle/>
        <a:p>
          <a:endParaRPr lang="en-IN"/>
        </a:p>
      </dgm:t>
    </dgm:pt>
    <dgm:pt modelId="{2A646A6F-9678-4525-9B8F-78103F69EEA2}" type="sibTrans" cxnId="{470B3E93-205D-4FF2-8B2D-3FB9135F1F8B}">
      <dgm:prSet/>
      <dgm:spPr/>
      <dgm:t>
        <a:bodyPr/>
        <a:lstStyle/>
        <a:p>
          <a:endParaRPr lang="en-IN" dirty="0"/>
        </a:p>
      </dgm:t>
    </dgm:pt>
    <dgm:pt modelId="{1DBB76DC-DE36-42AF-9E98-4980A044E71A}">
      <dgm:prSet phldrT="[Text]"/>
      <dgm:spPr/>
      <dgm:t>
        <a:bodyPr/>
        <a:lstStyle/>
        <a:p>
          <a:r>
            <a:rPr lang="en-IN" dirty="0"/>
            <a:t>FEATURE EXTRACTION </a:t>
          </a:r>
        </a:p>
      </dgm:t>
    </dgm:pt>
    <dgm:pt modelId="{E7F14B3D-B29B-432A-AC25-6AFC5E823F6B}" type="parTrans" cxnId="{88FAEFB0-6E78-497A-ABF3-EAEB77230980}">
      <dgm:prSet/>
      <dgm:spPr/>
      <dgm:t>
        <a:bodyPr/>
        <a:lstStyle/>
        <a:p>
          <a:endParaRPr lang="en-IN"/>
        </a:p>
      </dgm:t>
    </dgm:pt>
    <dgm:pt modelId="{13B91942-CF07-4FA7-BF80-C00AF4E09FE6}" type="sibTrans" cxnId="{88FAEFB0-6E78-497A-ABF3-EAEB77230980}">
      <dgm:prSet/>
      <dgm:spPr/>
      <dgm:t>
        <a:bodyPr/>
        <a:lstStyle/>
        <a:p>
          <a:endParaRPr lang="en-IN" dirty="0"/>
        </a:p>
      </dgm:t>
    </dgm:pt>
    <dgm:pt modelId="{C95FB7C7-22D1-4452-BB91-DB6C658AD9F5}">
      <dgm:prSet/>
      <dgm:spPr/>
      <dgm:t>
        <a:bodyPr/>
        <a:lstStyle/>
        <a:p>
          <a:r>
            <a:rPr lang="en-IN" dirty="0"/>
            <a:t>MODEL TRAINING</a:t>
          </a:r>
        </a:p>
      </dgm:t>
    </dgm:pt>
    <dgm:pt modelId="{D9A17AB8-B246-4E1A-A46C-ABB1AFCBAE3B}" type="parTrans" cxnId="{186A896D-81EE-4D82-A06D-4D27FD7EFC9A}">
      <dgm:prSet/>
      <dgm:spPr/>
      <dgm:t>
        <a:bodyPr/>
        <a:lstStyle/>
        <a:p>
          <a:endParaRPr lang="en-IN"/>
        </a:p>
      </dgm:t>
    </dgm:pt>
    <dgm:pt modelId="{E7AE644C-584C-43ED-9410-23C0C0179922}" type="sibTrans" cxnId="{186A896D-81EE-4D82-A06D-4D27FD7EFC9A}">
      <dgm:prSet/>
      <dgm:spPr/>
      <dgm:t>
        <a:bodyPr/>
        <a:lstStyle/>
        <a:p>
          <a:endParaRPr lang="en-IN" dirty="0"/>
        </a:p>
      </dgm:t>
    </dgm:pt>
    <dgm:pt modelId="{832E5CE8-D483-407C-BA06-15548F0608E7}">
      <dgm:prSet/>
      <dgm:spPr/>
      <dgm:t>
        <a:bodyPr/>
        <a:lstStyle/>
        <a:p>
          <a:r>
            <a:rPr lang="en-IN" dirty="0"/>
            <a:t>MODEL TESTING</a:t>
          </a:r>
        </a:p>
      </dgm:t>
    </dgm:pt>
    <dgm:pt modelId="{B68F420C-EB16-4662-B3DF-23EDB09D304F}" type="parTrans" cxnId="{ECEBEE93-51ED-493E-B4DE-D16E022400AD}">
      <dgm:prSet/>
      <dgm:spPr/>
      <dgm:t>
        <a:bodyPr/>
        <a:lstStyle/>
        <a:p>
          <a:endParaRPr lang="en-IN"/>
        </a:p>
      </dgm:t>
    </dgm:pt>
    <dgm:pt modelId="{8874B857-C0F6-4F1E-8D0C-A6C31BB95429}" type="sibTrans" cxnId="{ECEBEE93-51ED-493E-B4DE-D16E022400AD}">
      <dgm:prSet/>
      <dgm:spPr/>
      <dgm:t>
        <a:bodyPr/>
        <a:lstStyle/>
        <a:p>
          <a:endParaRPr lang="en-IN" dirty="0"/>
        </a:p>
      </dgm:t>
    </dgm:pt>
    <dgm:pt modelId="{4A09010A-BBFD-4593-A14C-D169F24D3749}">
      <dgm:prSet/>
      <dgm:spPr/>
      <dgm:t>
        <a:bodyPr/>
        <a:lstStyle/>
        <a:p>
          <a:r>
            <a:rPr lang="en-IN" dirty="0"/>
            <a:t>OUTPUT</a:t>
          </a:r>
        </a:p>
      </dgm:t>
    </dgm:pt>
    <dgm:pt modelId="{BC23E717-9398-4FF1-AEF1-52F24CEB8F1B}" type="parTrans" cxnId="{44E1992E-E517-4DDE-8452-C05CE9D07E2F}">
      <dgm:prSet/>
      <dgm:spPr/>
      <dgm:t>
        <a:bodyPr/>
        <a:lstStyle/>
        <a:p>
          <a:endParaRPr lang="en-IN"/>
        </a:p>
      </dgm:t>
    </dgm:pt>
    <dgm:pt modelId="{8C19BACF-F182-48B1-B210-2EA35F0320A3}" type="sibTrans" cxnId="{44E1992E-E517-4DDE-8452-C05CE9D07E2F}">
      <dgm:prSet/>
      <dgm:spPr/>
      <dgm:t>
        <a:bodyPr/>
        <a:lstStyle/>
        <a:p>
          <a:endParaRPr lang="en-IN"/>
        </a:p>
      </dgm:t>
    </dgm:pt>
    <dgm:pt modelId="{DE0E9607-ECB5-4024-A6A8-637715DD1603}" type="pres">
      <dgm:prSet presAssocID="{0BFEC8DF-9D11-4BF1-9130-8B816D3DA627}" presName="diagram" presStyleCnt="0">
        <dgm:presLayoutVars>
          <dgm:dir/>
          <dgm:resizeHandles val="exact"/>
        </dgm:presLayoutVars>
      </dgm:prSet>
      <dgm:spPr/>
    </dgm:pt>
    <dgm:pt modelId="{4D7EFE34-8490-4CBD-8949-DFD65FDA90EF}" type="pres">
      <dgm:prSet presAssocID="{7AEC71B0-99D3-4F0E-BB37-8918154C0FB7}" presName="node" presStyleLbl="node1" presStyleIdx="0" presStyleCnt="8">
        <dgm:presLayoutVars>
          <dgm:bulletEnabled val="1"/>
        </dgm:presLayoutVars>
      </dgm:prSet>
      <dgm:spPr/>
    </dgm:pt>
    <dgm:pt modelId="{0EE84D41-7845-4836-8934-78BFCDFAA0D5}" type="pres">
      <dgm:prSet presAssocID="{EE618723-485C-4FC6-A726-170251E258E5}" presName="sibTrans" presStyleLbl="sibTrans2D1" presStyleIdx="0" presStyleCnt="7"/>
      <dgm:spPr/>
    </dgm:pt>
    <dgm:pt modelId="{39781E13-ED3C-44ED-8051-12114ECF4DEE}" type="pres">
      <dgm:prSet presAssocID="{EE618723-485C-4FC6-A726-170251E258E5}" presName="connectorText" presStyleLbl="sibTrans2D1" presStyleIdx="0" presStyleCnt="7"/>
      <dgm:spPr/>
    </dgm:pt>
    <dgm:pt modelId="{DB3C1AC3-9427-4331-907D-1DFF3CFEF9F9}" type="pres">
      <dgm:prSet presAssocID="{3A5D3860-DBCA-4BC8-BF33-D0D365E044D4}" presName="node" presStyleLbl="node1" presStyleIdx="1" presStyleCnt="8">
        <dgm:presLayoutVars>
          <dgm:bulletEnabled val="1"/>
        </dgm:presLayoutVars>
      </dgm:prSet>
      <dgm:spPr/>
    </dgm:pt>
    <dgm:pt modelId="{0F61F31C-9B90-459E-A5FA-9CF7AF9905C0}" type="pres">
      <dgm:prSet presAssocID="{E2084DA8-F371-4B9F-A97E-6B63113C70DC}" presName="sibTrans" presStyleLbl="sibTrans2D1" presStyleIdx="1" presStyleCnt="7"/>
      <dgm:spPr/>
    </dgm:pt>
    <dgm:pt modelId="{354EB36D-6017-4694-BC79-0583BC41CF64}" type="pres">
      <dgm:prSet presAssocID="{E2084DA8-F371-4B9F-A97E-6B63113C70DC}" presName="connectorText" presStyleLbl="sibTrans2D1" presStyleIdx="1" presStyleCnt="7"/>
      <dgm:spPr/>
    </dgm:pt>
    <dgm:pt modelId="{39D37540-6F21-495B-A807-CD98A0CE8DE4}" type="pres">
      <dgm:prSet presAssocID="{E96EFB76-74FE-4568-BF7F-753B34A7DAE2}" presName="node" presStyleLbl="node1" presStyleIdx="2" presStyleCnt="8">
        <dgm:presLayoutVars>
          <dgm:bulletEnabled val="1"/>
        </dgm:presLayoutVars>
      </dgm:prSet>
      <dgm:spPr/>
    </dgm:pt>
    <dgm:pt modelId="{ACBD5228-0FE7-4D3A-8019-CF6A9F18B1FB}" type="pres">
      <dgm:prSet presAssocID="{F040603D-30BB-48E4-A19A-09E2A685F33B}" presName="sibTrans" presStyleLbl="sibTrans2D1" presStyleIdx="2" presStyleCnt="7"/>
      <dgm:spPr/>
    </dgm:pt>
    <dgm:pt modelId="{DB3C2BC5-35F5-4A3C-9911-C5833127241E}" type="pres">
      <dgm:prSet presAssocID="{F040603D-30BB-48E4-A19A-09E2A685F33B}" presName="connectorText" presStyleLbl="sibTrans2D1" presStyleIdx="2" presStyleCnt="7"/>
      <dgm:spPr/>
    </dgm:pt>
    <dgm:pt modelId="{87B8380F-7220-4062-91C0-95DD31704DB3}" type="pres">
      <dgm:prSet presAssocID="{ABE881AF-5BB4-4128-ADFF-B7AE01CB2481}" presName="node" presStyleLbl="node1" presStyleIdx="3" presStyleCnt="8">
        <dgm:presLayoutVars>
          <dgm:bulletEnabled val="1"/>
        </dgm:presLayoutVars>
      </dgm:prSet>
      <dgm:spPr/>
    </dgm:pt>
    <dgm:pt modelId="{A952FA4C-705E-4CCE-8169-83E7A18F1960}" type="pres">
      <dgm:prSet presAssocID="{2A646A6F-9678-4525-9B8F-78103F69EEA2}" presName="sibTrans" presStyleLbl="sibTrans2D1" presStyleIdx="3" presStyleCnt="7"/>
      <dgm:spPr/>
    </dgm:pt>
    <dgm:pt modelId="{FC3C2EB8-9B0C-4774-BB4D-E986CDFCB260}" type="pres">
      <dgm:prSet presAssocID="{2A646A6F-9678-4525-9B8F-78103F69EEA2}" presName="connectorText" presStyleLbl="sibTrans2D1" presStyleIdx="3" presStyleCnt="7"/>
      <dgm:spPr/>
    </dgm:pt>
    <dgm:pt modelId="{DCECC4F8-0D06-46AC-AD8E-98D0E7CD9059}" type="pres">
      <dgm:prSet presAssocID="{1DBB76DC-DE36-42AF-9E98-4980A044E71A}" presName="node" presStyleLbl="node1" presStyleIdx="4" presStyleCnt="8">
        <dgm:presLayoutVars>
          <dgm:bulletEnabled val="1"/>
        </dgm:presLayoutVars>
      </dgm:prSet>
      <dgm:spPr/>
    </dgm:pt>
    <dgm:pt modelId="{13974F4E-A082-452D-9344-9F3EF7A8306E}" type="pres">
      <dgm:prSet presAssocID="{13B91942-CF07-4FA7-BF80-C00AF4E09FE6}" presName="sibTrans" presStyleLbl="sibTrans2D1" presStyleIdx="4" presStyleCnt="7"/>
      <dgm:spPr/>
    </dgm:pt>
    <dgm:pt modelId="{D6EA8D4A-E055-47A2-AA36-C8AB27CC8DD9}" type="pres">
      <dgm:prSet presAssocID="{13B91942-CF07-4FA7-BF80-C00AF4E09FE6}" presName="connectorText" presStyleLbl="sibTrans2D1" presStyleIdx="4" presStyleCnt="7"/>
      <dgm:spPr/>
    </dgm:pt>
    <dgm:pt modelId="{405F71FB-B14D-4BC8-8A55-5509AF913496}" type="pres">
      <dgm:prSet presAssocID="{C95FB7C7-22D1-4452-BB91-DB6C658AD9F5}" presName="node" presStyleLbl="node1" presStyleIdx="5" presStyleCnt="8">
        <dgm:presLayoutVars>
          <dgm:bulletEnabled val="1"/>
        </dgm:presLayoutVars>
      </dgm:prSet>
      <dgm:spPr/>
    </dgm:pt>
    <dgm:pt modelId="{0F875CB7-8952-4448-9DCA-9032724C066C}" type="pres">
      <dgm:prSet presAssocID="{E7AE644C-584C-43ED-9410-23C0C0179922}" presName="sibTrans" presStyleLbl="sibTrans2D1" presStyleIdx="5" presStyleCnt="7"/>
      <dgm:spPr/>
    </dgm:pt>
    <dgm:pt modelId="{3E63910E-FC15-4AD2-8790-E65A2AC29800}" type="pres">
      <dgm:prSet presAssocID="{E7AE644C-584C-43ED-9410-23C0C0179922}" presName="connectorText" presStyleLbl="sibTrans2D1" presStyleIdx="5" presStyleCnt="7"/>
      <dgm:spPr/>
    </dgm:pt>
    <dgm:pt modelId="{E4FE4C76-72BD-4A22-A6ED-1E982DAC7FEA}" type="pres">
      <dgm:prSet presAssocID="{832E5CE8-D483-407C-BA06-15548F0608E7}" presName="node" presStyleLbl="node1" presStyleIdx="6" presStyleCnt="8">
        <dgm:presLayoutVars>
          <dgm:bulletEnabled val="1"/>
        </dgm:presLayoutVars>
      </dgm:prSet>
      <dgm:spPr/>
    </dgm:pt>
    <dgm:pt modelId="{C061107C-3F93-4E7F-B811-A9CEEA60B74C}" type="pres">
      <dgm:prSet presAssocID="{8874B857-C0F6-4F1E-8D0C-A6C31BB95429}" presName="sibTrans" presStyleLbl="sibTrans2D1" presStyleIdx="6" presStyleCnt="7"/>
      <dgm:spPr/>
    </dgm:pt>
    <dgm:pt modelId="{94F584D6-8B25-4381-89C2-85F1DC50C950}" type="pres">
      <dgm:prSet presAssocID="{8874B857-C0F6-4F1E-8D0C-A6C31BB95429}" presName="connectorText" presStyleLbl="sibTrans2D1" presStyleIdx="6" presStyleCnt="7"/>
      <dgm:spPr/>
    </dgm:pt>
    <dgm:pt modelId="{C1284675-DC20-4A5D-8EEA-5B537FD6A4EE}" type="pres">
      <dgm:prSet presAssocID="{4A09010A-BBFD-4593-A14C-D169F24D3749}" presName="node" presStyleLbl="node1" presStyleIdx="7" presStyleCnt="8">
        <dgm:presLayoutVars>
          <dgm:bulletEnabled val="1"/>
        </dgm:presLayoutVars>
      </dgm:prSet>
      <dgm:spPr/>
    </dgm:pt>
  </dgm:ptLst>
  <dgm:cxnLst>
    <dgm:cxn modelId="{F6F42308-9E44-491C-AF11-3765896E3099}" type="presOf" srcId="{13B91942-CF07-4FA7-BF80-C00AF4E09FE6}" destId="{D6EA8D4A-E055-47A2-AA36-C8AB27CC8DD9}" srcOrd="1" destOrd="0" presId="urn:microsoft.com/office/officeart/2005/8/layout/process5"/>
    <dgm:cxn modelId="{F7A6D310-9FB8-41F8-852A-3276CEAC3952}" type="presOf" srcId="{0BFEC8DF-9D11-4BF1-9130-8B816D3DA627}" destId="{DE0E9607-ECB5-4024-A6A8-637715DD1603}" srcOrd="0" destOrd="0" presId="urn:microsoft.com/office/officeart/2005/8/layout/process5"/>
    <dgm:cxn modelId="{3437B012-EED8-42D9-8822-353F90473C17}" type="presOf" srcId="{13B91942-CF07-4FA7-BF80-C00AF4E09FE6}" destId="{13974F4E-A082-452D-9344-9F3EF7A8306E}" srcOrd="0" destOrd="0" presId="urn:microsoft.com/office/officeart/2005/8/layout/process5"/>
    <dgm:cxn modelId="{EB80A51C-D0DD-4D2D-8A67-971162176998}" srcId="{0BFEC8DF-9D11-4BF1-9130-8B816D3DA627}" destId="{7AEC71B0-99D3-4F0E-BB37-8918154C0FB7}" srcOrd="0" destOrd="0" parTransId="{1AA8F96E-92DA-4609-8833-CA17567590BD}" sibTransId="{EE618723-485C-4FC6-A726-170251E258E5}"/>
    <dgm:cxn modelId="{6DC76C1E-9A43-404C-8AD4-14044CE1754E}" type="presOf" srcId="{832E5CE8-D483-407C-BA06-15548F0608E7}" destId="{E4FE4C76-72BD-4A22-A6ED-1E982DAC7FEA}" srcOrd="0" destOrd="0" presId="urn:microsoft.com/office/officeart/2005/8/layout/process5"/>
    <dgm:cxn modelId="{43B8B922-85AD-4808-8555-F80042AF9D14}" type="presOf" srcId="{E96EFB76-74FE-4568-BF7F-753B34A7DAE2}" destId="{39D37540-6F21-495B-A807-CD98A0CE8DE4}" srcOrd="0" destOrd="0" presId="urn:microsoft.com/office/officeart/2005/8/layout/process5"/>
    <dgm:cxn modelId="{44E1992E-E517-4DDE-8452-C05CE9D07E2F}" srcId="{0BFEC8DF-9D11-4BF1-9130-8B816D3DA627}" destId="{4A09010A-BBFD-4593-A14C-D169F24D3749}" srcOrd="7" destOrd="0" parTransId="{BC23E717-9398-4FF1-AEF1-52F24CEB8F1B}" sibTransId="{8C19BACF-F182-48B1-B210-2EA35F0320A3}"/>
    <dgm:cxn modelId="{2D000C5E-0A29-4BAE-8AA5-EED4646BBCCB}" type="presOf" srcId="{8874B857-C0F6-4F1E-8D0C-A6C31BB95429}" destId="{C061107C-3F93-4E7F-B811-A9CEEA60B74C}" srcOrd="0" destOrd="0" presId="urn:microsoft.com/office/officeart/2005/8/layout/process5"/>
    <dgm:cxn modelId="{0279BA65-5D80-4BF0-9D8D-BE5A1CC46494}" type="presOf" srcId="{C95FB7C7-22D1-4452-BB91-DB6C658AD9F5}" destId="{405F71FB-B14D-4BC8-8A55-5509AF913496}" srcOrd="0" destOrd="0" presId="urn:microsoft.com/office/officeart/2005/8/layout/process5"/>
    <dgm:cxn modelId="{88F10F4A-205D-4D92-901F-936C0CE5350B}" type="presOf" srcId="{E7AE644C-584C-43ED-9410-23C0C0179922}" destId="{3E63910E-FC15-4AD2-8790-E65A2AC29800}" srcOrd="1" destOrd="0" presId="urn:microsoft.com/office/officeart/2005/8/layout/process5"/>
    <dgm:cxn modelId="{C6FDD54A-F95A-4A02-A254-D11CE73665A7}" type="presOf" srcId="{ABE881AF-5BB4-4128-ADFF-B7AE01CB2481}" destId="{87B8380F-7220-4062-91C0-95DD31704DB3}" srcOrd="0" destOrd="0" presId="urn:microsoft.com/office/officeart/2005/8/layout/process5"/>
    <dgm:cxn modelId="{55A3686D-4097-4D61-9D70-BAD19456CDAE}" type="presOf" srcId="{E2084DA8-F371-4B9F-A97E-6B63113C70DC}" destId="{354EB36D-6017-4694-BC79-0583BC41CF64}" srcOrd="1" destOrd="0" presId="urn:microsoft.com/office/officeart/2005/8/layout/process5"/>
    <dgm:cxn modelId="{186A896D-81EE-4D82-A06D-4D27FD7EFC9A}" srcId="{0BFEC8DF-9D11-4BF1-9130-8B816D3DA627}" destId="{C95FB7C7-22D1-4452-BB91-DB6C658AD9F5}" srcOrd="5" destOrd="0" parTransId="{D9A17AB8-B246-4E1A-A46C-ABB1AFCBAE3B}" sibTransId="{E7AE644C-584C-43ED-9410-23C0C0179922}"/>
    <dgm:cxn modelId="{0F2E6455-E9A7-45E8-AA30-FD002FC835BA}" type="presOf" srcId="{2A646A6F-9678-4525-9B8F-78103F69EEA2}" destId="{A952FA4C-705E-4CCE-8169-83E7A18F1960}" srcOrd="0" destOrd="0" presId="urn:microsoft.com/office/officeart/2005/8/layout/process5"/>
    <dgm:cxn modelId="{17F92B78-96B7-4637-9679-DA7F8E3CC964}" type="presOf" srcId="{8874B857-C0F6-4F1E-8D0C-A6C31BB95429}" destId="{94F584D6-8B25-4381-89C2-85F1DC50C950}" srcOrd="1" destOrd="0" presId="urn:microsoft.com/office/officeart/2005/8/layout/process5"/>
    <dgm:cxn modelId="{C3EAAB7B-177E-4559-9AC9-3CEE14EC6EF7}" type="presOf" srcId="{F040603D-30BB-48E4-A19A-09E2A685F33B}" destId="{DB3C2BC5-35F5-4A3C-9911-C5833127241E}" srcOrd="1" destOrd="0" presId="urn:microsoft.com/office/officeart/2005/8/layout/process5"/>
    <dgm:cxn modelId="{555BF383-9015-4C20-9851-87CEB0680A16}" type="presOf" srcId="{2A646A6F-9678-4525-9B8F-78103F69EEA2}" destId="{FC3C2EB8-9B0C-4774-BB4D-E986CDFCB260}" srcOrd="1" destOrd="0" presId="urn:microsoft.com/office/officeart/2005/8/layout/process5"/>
    <dgm:cxn modelId="{6517A28D-4822-4A99-AAC5-675A58AD414A}" type="presOf" srcId="{E2084DA8-F371-4B9F-A97E-6B63113C70DC}" destId="{0F61F31C-9B90-459E-A5FA-9CF7AF9905C0}" srcOrd="0" destOrd="0" presId="urn:microsoft.com/office/officeart/2005/8/layout/process5"/>
    <dgm:cxn modelId="{470B3E93-205D-4FF2-8B2D-3FB9135F1F8B}" srcId="{0BFEC8DF-9D11-4BF1-9130-8B816D3DA627}" destId="{ABE881AF-5BB4-4128-ADFF-B7AE01CB2481}" srcOrd="3" destOrd="0" parTransId="{7A81D946-95A4-4862-8C93-B5C44AD0452F}" sibTransId="{2A646A6F-9678-4525-9B8F-78103F69EEA2}"/>
    <dgm:cxn modelId="{ECEBEE93-51ED-493E-B4DE-D16E022400AD}" srcId="{0BFEC8DF-9D11-4BF1-9130-8B816D3DA627}" destId="{832E5CE8-D483-407C-BA06-15548F0608E7}" srcOrd="6" destOrd="0" parTransId="{B68F420C-EB16-4662-B3DF-23EDB09D304F}" sibTransId="{8874B857-C0F6-4F1E-8D0C-A6C31BB95429}"/>
    <dgm:cxn modelId="{08B86F9A-0698-4FBB-85ED-18C416742DCE}" srcId="{0BFEC8DF-9D11-4BF1-9130-8B816D3DA627}" destId="{E96EFB76-74FE-4568-BF7F-753B34A7DAE2}" srcOrd="2" destOrd="0" parTransId="{B1B5A135-2793-44A9-95AE-AD63C375C69C}" sibTransId="{F040603D-30BB-48E4-A19A-09E2A685F33B}"/>
    <dgm:cxn modelId="{4508099D-1A53-4DCD-8297-95DA3B763BFD}" type="presOf" srcId="{EE618723-485C-4FC6-A726-170251E258E5}" destId="{39781E13-ED3C-44ED-8051-12114ECF4DEE}" srcOrd="1" destOrd="0" presId="urn:microsoft.com/office/officeart/2005/8/layout/process5"/>
    <dgm:cxn modelId="{1B3EE2A2-3679-4487-A0A4-E2028F9D3185}" type="presOf" srcId="{7AEC71B0-99D3-4F0E-BB37-8918154C0FB7}" destId="{4D7EFE34-8490-4CBD-8949-DFD65FDA90EF}" srcOrd="0" destOrd="0" presId="urn:microsoft.com/office/officeart/2005/8/layout/process5"/>
    <dgm:cxn modelId="{670157A5-A7D0-46A3-BB7B-C74BDA0BC046}" type="presOf" srcId="{E7AE644C-584C-43ED-9410-23C0C0179922}" destId="{0F875CB7-8952-4448-9DCA-9032724C066C}" srcOrd="0" destOrd="0" presId="urn:microsoft.com/office/officeart/2005/8/layout/process5"/>
    <dgm:cxn modelId="{88FAEFB0-6E78-497A-ABF3-EAEB77230980}" srcId="{0BFEC8DF-9D11-4BF1-9130-8B816D3DA627}" destId="{1DBB76DC-DE36-42AF-9E98-4980A044E71A}" srcOrd="4" destOrd="0" parTransId="{E7F14B3D-B29B-432A-AC25-6AFC5E823F6B}" sibTransId="{13B91942-CF07-4FA7-BF80-C00AF4E09FE6}"/>
    <dgm:cxn modelId="{464051B1-1F54-402D-B643-4FB4DE444F73}" type="presOf" srcId="{F040603D-30BB-48E4-A19A-09E2A685F33B}" destId="{ACBD5228-0FE7-4D3A-8019-CF6A9F18B1FB}" srcOrd="0" destOrd="0" presId="urn:microsoft.com/office/officeart/2005/8/layout/process5"/>
    <dgm:cxn modelId="{8DBFB2D0-BC1A-4F7D-BFF6-154990B7A317}" type="presOf" srcId="{1DBB76DC-DE36-42AF-9E98-4980A044E71A}" destId="{DCECC4F8-0D06-46AC-AD8E-98D0E7CD9059}" srcOrd="0" destOrd="0" presId="urn:microsoft.com/office/officeart/2005/8/layout/process5"/>
    <dgm:cxn modelId="{3D20FCD0-EDAC-4B94-BFC7-6C916627E950}" type="presOf" srcId="{EE618723-485C-4FC6-A726-170251E258E5}" destId="{0EE84D41-7845-4836-8934-78BFCDFAA0D5}" srcOrd="0" destOrd="0" presId="urn:microsoft.com/office/officeart/2005/8/layout/process5"/>
    <dgm:cxn modelId="{215504D6-707A-43C8-A1B5-755802E8A990}" type="presOf" srcId="{3A5D3860-DBCA-4BC8-BF33-D0D365E044D4}" destId="{DB3C1AC3-9427-4331-907D-1DFF3CFEF9F9}" srcOrd="0" destOrd="0" presId="urn:microsoft.com/office/officeart/2005/8/layout/process5"/>
    <dgm:cxn modelId="{E4E67CE2-01AE-4895-A8A4-51DEEE39FF80}" srcId="{0BFEC8DF-9D11-4BF1-9130-8B816D3DA627}" destId="{3A5D3860-DBCA-4BC8-BF33-D0D365E044D4}" srcOrd="1" destOrd="0" parTransId="{359FCD8B-F61B-468E-9628-10CBE0A99B82}" sibTransId="{E2084DA8-F371-4B9F-A97E-6B63113C70DC}"/>
    <dgm:cxn modelId="{CD0EE5F0-15CC-4D0D-9DC1-6537CC06FBF6}" type="presOf" srcId="{4A09010A-BBFD-4593-A14C-D169F24D3749}" destId="{C1284675-DC20-4A5D-8EEA-5B537FD6A4EE}" srcOrd="0" destOrd="0" presId="urn:microsoft.com/office/officeart/2005/8/layout/process5"/>
    <dgm:cxn modelId="{301608AD-51E3-4D31-8228-FC25A3BB157A}" type="presParOf" srcId="{DE0E9607-ECB5-4024-A6A8-637715DD1603}" destId="{4D7EFE34-8490-4CBD-8949-DFD65FDA90EF}" srcOrd="0" destOrd="0" presId="urn:microsoft.com/office/officeart/2005/8/layout/process5"/>
    <dgm:cxn modelId="{4622B8DF-A4C1-452C-AE73-6CAE97055478}" type="presParOf" srcId="{DE0E9607-ECB5-4024-A6A8-637715DD1603}" destId="{0EE84D41-7845-4836-8934-78BFCDFAA0D5}" srcOrd="1" destOrd="0" presId="urn:microsoft.com/office/officeart/2005/8/layout/process5"/>
    <dgm:cxn modelId="{FC2B2684-0293-4699-ABF5-3BFF88C49B22}" type="presParOf" srcId="{0EE84D41-7845-4836-8934-78BFCDFAA0D5}" destId="{39781E13-ED3C-44ED-8051-12114ECF4DEE}" srcOrd="0" destOrd="0" presId="urn:microsoft.com/office/officeart/2005/8/layout/process5"/>
    <dgm:cxn modelId="{86EE3119-E48F-4C83-8593-474F2059F99A}" type="presParOf" srcId="{DE0E9607-ECB5-4024-A6A8-637715DD1603}" destId="{DB3C1AC3-9427-4331-907D-1DFF3CFEF9F9}" srcOrd="2" destOrd="0" presId="urn:microsoft.com/office/officeart/2005/8/layout/process5"/>
    <dgm:cxn modelId="{A2AECB0F-AE35-480D-96B5-A8BCCDED7628}" type="presParOf" srcId="{DE0E9607-ECB5-4024-A6A8-637715DD1603}" destId="{0F61F31C-9B90-459E-A5FA-9CF7AF9905C0}" srcOrd="3" destOrd="0" presId="urn:microsoft.com/office/officeart/2005/8/layout/process5"/>
    <dgm:cxn modelId="{34D1B4B2-FBD6-40E6-BAB2-417AD52A2092}" type="presParOf" srcId="{0F61F31C-9B90-459E-A5FA-9CF7AF9905C0}" destId="{354EB36D-6017-4694-BC79-0583BC41CF64}" srcOrd="0" destOrd="0" presId="urn:microsoft.com/office/officeart/2005/8/layout/process5"/>
    <dgm:cxn modelId="{000BE047-0142-4490-B1CD-0AFD945F772F}" type="presParOf" srcId="{DE0E9607-ECB5-4024-A6A8-637715DD1603}" destId="{39D37540-6F21-495B-A807-CD98A0CE8DE4}" srcOrd="4" destOrd="0" presId="urn:microsoft.com/office/officeart/2005/8/layout/process5"/>
    <dgm:cxn modelId="{7E503DFB-8A5D-400C-8AB9-8489CB58DC37}" type="presParOf" srcId="{DE0E9607-ECB5-4024-A6A8-637715DD1603}" destId="{ACBD5228-0FE7-4D3A-8019-CF6A9F18B1FB}" srcOrd="5" destOrd="0" presId="urn:microsoft.com/office/officeart/2005/8/layout/process5"/>
    <dgm:cxn modelId="{9F4A02A2-0F2F-47F8-A6A5-EA9AAB0A0D81}" type="presParOf" srcId="{ACBD5228-0FE7-4D3A-8019-CF6A9F18B1FB}" destId="{DB3C2BC5-35F5-4A3C-9911-C5833127241E}" srcOrd="0" destOrd="0" presId="urn:microsoft.com/office/officeart/2005/8/layout/process5"/>
    <dgm:cxn modelId="{F50DBBA1-37CC-471A-882E-2EBF6B4F358D}" type="presParOf" srcId="{DE0E9607-ECB5-4024-A6A8-637715DD1603}" destId="{87B8380F-7220-4062-91C0-95DD31704DB3}" srcOrd="6" destOrd="0" presId="urn:microsoft.com/office/officeart/2005/8/layout/process5"/>
    <dgm:cxn modelId="{D2251BAB-1C74-46D6-867D-52FD7CFA49A4}" type="presParOf" srcId="{DE0E9607-ECB5-4024-A6A8-637715DD1603}" destId="{A952FA4C-705E-4CCE-8169-83E7A18F1960}" srcOrd="7" destOrd="0" presId="urn:microsoft.com/office/officeart/2005/8/layout/process5"/>
    <dgm:cxn modelId="{F82D474F-25A0-4EC5-A99C-A62B03CF1991}" type="presParOf" srcId="{A952FA4C-705E-4CCE-8169-83E7A18F1960}" destId="{FC3C2EB8-9B0C-4774-BB4D-E986CDFCB260}" srcOrd="0" destOrd="0" presId="urn:microsoft.com/office/officeart/2005/8/layout/process5"/>
    <dgm:cxn modelId="{F8CF8901-6EB0-473A-996A-FD7288955FF5}" type="presParOf" srcId="{DE0E9607-ECB5-4024-A6A8-637715DD1603}" destId="{DCECC4F8-0D06-46AC-AD8E-98D0E7CD9059}" srcOrd="8" destOrd="0" presId="urn:microsoft.com/office/officeart/2005/8/layout/process5"/>
    <dgm:cxn modelId="{FDD62D04-2672-40DC-B56E-684238211673}" type="presParOf" srcId="{DE0E9607-ECB5-4024-A6A8-637715DD1603}" destId="{13974F4E-A082-452D-9344-9F3EF7A8306E}" srcOrd="9" destOrd="0" presId="urn:microsoft.com/office/officeart/2005/8/layout/process5"/>
    <dgm:cxn modelId="{F41D488D-E1B1-488D-AE2A-F57E427E257A}" type="presParOf" srcId="{13974F4E-A082-452D-9344-9F3EF7A8306E}" destId="{D6EA8D4A-E055-47A2-AA36-C8AB27CC8DD9}" srcOrd="0" destOrd="0" presId="urn:microsoft.com/office/officeart/2005/8/layout/process5"/>
    <dgm:cxn modelId="{AD3C4D67-D0F0-476F-B594-5219D98BEC06}" type="presParOf" srcId="{DE0E9607-ECB5-4024-A6A8-637715DD1603}" destId="{405F71FB-B14D-4BC8-8A55-5509AF913496}" srcOrd="10" destOrd="0" presId="urn:microsoft.com/office/officeart/2005/8/layout/process5"/>
    <dgm:cxn modelId="{BBD2666A-4EC5-44BF-A6A0-85FCBFB02097}" type="presParOf" srcId="{DE0E9607-ECB5-4024-A6A8-637715DD1603}" destId="{0F875CB7-8952-4448-9DCA-9032724C066C}" srcOrd="11" destOrd="0" presId="urn:microsoft.com/office/officeart/2005/8/layout/process5"/>
    <dgm:cxn modelId="{C611D1A8-C345-4FA2-9B1B-0A01962B11FF}" type="presParOf" srcId="{0F875CB7-8952-4448-9DCA-9032724C066C}" destId="{3E63910E-FC15-4AD2-8790-E65A2AC29800}" srcOrd="0" destOrd="0" presId="urn:microsoft.com/office/officeart/2005/8/layout/process5"/>
    <dgm:cxn modelId="{0D0591F1-5BEC-42D4-9BEE-C663A60606FC}" type="presParOf" srcId="{DE0E9607-ECB5-4024-A6A8-637715DD1603}" destId="{E4FE4C76-72BD-4A22-A6ED-1E982DAC7FEA}" srcOrd="12" destOrd="0" presId="urn:microsoft.com/office/officeart/2005/8/layout/process5"/>
    <dgm:cxn modelId="{ECE360DF-5C48-4F93-BE24-A27B69DBBE6B}" type="presParOf" srcId="{DE0E9607-ECB5-4024-A6A8-637715DD1603}" destId="{C061107C-3F93-4E7F-B811-A9CEEA60B74C}" srcOrd="13" destOrd="0" presId="urn:microsoft.com/office/officeart/2005/8/layout/process5"/>
    <dgm:cxn modelId="{8962671D-FF81-4D1D-AB18-BA441DF00B76}" type="presParOf" srcId="{C061107C-3F93-4E7F-B811-A9CEEA60B74C}" destId="{94F584D6-8B25-4381-89C2-85F1DC50C950}" srcOrd="0" destOrd="0" presId="urn:microsoft.com/office/officeart/2005/8/layout/process5"/>
    <dgm:cxn modelId="{56347B23-8E20-4147-9089-E62C2184686A}" type="presParOf" srcId="{DE0E9607-ECB5-4024-A6A8-637715DD1603}" destId="{C1284675-DC20-4A5D-8EEA-5B537FD6A4EE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EFE34-8490-4CBD-8949-DFD65FDA90EF}">
      <dsp:nvSpPr>
        <dsp:cNvPr id="0" name=""/>
        <dsp:cNvSpPr/>
      </dsp:nvSpPr>
      <dsp:spPr>
        <a:xfrm>
          <a:off x="4253" y="755083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INPUT IMAGE</a:t>
          </a:r>
        </a:p>
      </dsp:txBody>
      <dsp:txXfrm>
        <a:off x="36937" y="787767"/>
        <a:ext cx="1794507" cy="1050557"/>
      </dsp:txXfrm>
    </dsp:sp>
    <dsp:sp modelId="{0EE84D41-7845-4836-8934-78BFCDFAA0D5}">
      <dsp:nvSpPr>
        <dsp:cNvPr id="0" name=""/>
        <dsp:cNvSpPr/>
      </dsp:nvSpPr>
      <dsp:spPr>
        <a:xfrm>
          <a:off x="2027798" y="1082421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2027798" y="1174671"/>
        <a:ext cx="276005" cy="276749"/>
      </dsp:txXfrm>
    </dsp:sp>
    <dsp:sp modelId="{DB3C1AC3-9427-4331-907D-1DFF3CFEF9F9}">
      <dsp:nvSpPr>
        <dsp:cNvPr id="0" name=""/>
        <dsp:cNvSpPr/>
      </dsp:nvSpPr>
      <dsp:spPr>
        <a:xfrm>
          <a:off x="2608079" y="755083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3742"/>
            <a:satOff val="-1294"/>
            <a:lumOff val="4382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RESHAPING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RESIZING</a:t>
          </a:r>
        </a:p>
      </dsp:txBody>
      <dsp:txXfrm>
        <a:off x="2640763" y="787767"/>
        <a:ext cx="1794507" cy="1050557"/>
      </dsp:txXfrm>
    </dsp:sp>
    <dsp:sp modelId="{0F61F31C-9B90-459E-A5FA-9CF7AF9905C0}">
      <dsp:nvSpPr>
        <dsp:cNvPr id="0" name=""/>
        <dsp:cNvSpPr/>
      </dsp:nvSpPr>
      <dsp:spPr>
        <a:xfrm>
          <a:off x="4631623" y="1082421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74369"/>
            <a:satOff val="-1434"/>
            <a:lumOff val="468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4631623" y="1174671"/>
        <a:ext cx="276005" cy="276749"/>
      </dsp:txXfrm>
    </dsp:sp>
    <dsp:sp modelId="{39D37540-6F21-495B-A807-CD98A0CE8DE4}">
      <dsp:nvSpPr>
        <dsp:cNvPr id="0" name=""/>
        <dsp:cNvSpPr/>
      </dsp:nvSpPr>
      <dsp:spPr>
        <a:xfrm>
          <a:off x="5211904" y="755083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27483"/>
            <a:satOff val="-2588"/>
            <a:lumOff val="8765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IMBALANCE HANDLING</a:t>
          </a:r>
        </a:p>
      </dsp:txBody>
      <dsp:txXfrm>
        <a:off x="5244588" y="787767"/>
        <a:ext cx="1794507" cy="1050557"/>
      </dsp:txXfrm>
    </dsp:sp>
    <dsp:sp modelId="{ACBD5228-0FE7-4D3A-8019-CF6A9F18B1FB}">
      <dsp:nvSpPr>
        <dsp:cNvPr id="0" name=""/>
        <dsp:cNvSpPr/>
      </dsp:nvSpPr>
      <dsp:spPr>
        <a:xfrm>
          <a:off x="7235448" y="1082421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148737"/>
            <a:satOff val="-2867"/>
            <a:lumOff val="937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7235448" y="1174671"/>
        <a:ext cx="276005" cy="276749"/>
      </dsp:txXfrm>
    </dsp:sp>
    <dsp:sp modelId="{87B8380F-7220-4062-91C0-95DD31704DB3}">
      <dsp:nvSpPr>
        <dsp:cNvPr id="0" name=""/>
        <dsp:cNvSpPr/>
      </dsp:nvSpPr>
      <dsp:spPr>
        <a:xfrm>
          <a:off x="7815729" y="755083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91225"/>
            <a:satOff val="-3882"/>
            <a:lumOff val="13147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SPLITTING DATA</a:t>
          </a:r>
        </a:p>
      </dsp:txBody>
      <dsp:txXfrm>
        <a:off x="7848413" y="787767"/>
        <a:ext cx="1794507" cy="1050557"/>
      </dsp:txXfrm>
    </dsp:sp>
    <dsp:sp modelId="{A952FA4C-705E-4CCE-8169-83E7A18F1960}">
      <dsp:nvSpPr>
        <dsp:cNvPr id="0" name=""/>
        <dsp:cNvSpPr/>
      </dsp:nvSpPr>
      <dsp:spPr>
        <a:xfrm rot="5400000">
          <a:off x="8548520" y="2001200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23106"/>
            <a:satOff val="-4301"/>
            <a:lumOff val="1406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-5400000">
        <a:off x="8607292" y="2034678"/>
        <a:ext cx="276749" cy="276005"/>
      </dsp:txXfrm>
    </dsp:sp>
    <dsp:sp modelId="{DCECC4F8-0D06-46AC-AD8E-98D0E7CD9059}">
      <dsp:nvSpPr>
        <dsp:cNvPr id="0" name=""/>
        <dsp:cNvSpPr/>
      </dsp:nvSpPr>
      <dsp:spPr>
        <a:xfrm>
          <a:off x="7815729" y="2614959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54967"/>
            <a:satOff val="-5176"/>
            <a:lumOff val="1753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FEATURE EXTRACTION </a:t>
          </a:r>
        </a:p>
      </dsp:txBody>
      <dsp:txXfrm>
        <a:off x="7848413" y="2647643"/>
        <a:ext cx="1794507" cy="1050557"/>
      </dsp:txXfrm>
    </dsp:sp>
    <dsp:sp modelId="{13974F4E-A082-452D-9344-9F3EF7A8306E}">
      <dsp:nvSpPr>
        <dsp:cNvPr id="0" name=""/>
        <dsp:cNvSpPr/>
      </dsp:nvSpPr>
      <dsp:spPr>
        <a:xfrm rot="10800000">
          <a:off x="7257767" y="2942297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97474"/>
            <a:satOff val="-5735"/>
            <a:lumOff val="1874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10800000">
        <a:off x="7376055" y="3034547"/>
        <a:ext cx="276005" cy="276749"/>
      </dsp:txXfrm>
    </dsp:sp>
    <dsp:sp modelId="{405F71FB-B14D-4BC8-8A55-5509AF913496}">
      <dsp:nvSpPr>
        <dsp:cNvPr id="0" name=""/>
        <dsp:cNvSpPr/>
      </dsp:nvSpPr>
      <dsp:spPr>
        <a:xfrm>
          <a:off x="5211904" y="2614959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18708"/>
            <a:satOff val="-6470"/>
            <a:lumOff val="21912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MODEL TRAINING</a:t>
          </a:r>
        </a:p>
      </dsp:txBody>
      <dsp:txXfrm>
        <a:off x="5244588" y="2647643"/>
        <a:ext cx="1794507" cy="1050557"/>
      </dsp:txXfrm>
    </dsp:sp>
    <dsp:sp modelId="{0F875CB7-8952-4448-9DCA-9032724C066C}">
      <dsp:nvSpPr>
        <dsp:cNvPr id="0" name=""/>
        <dsp:cNvSpPr/>
      </dsp:nvSpPr>
      <dsp:spPr>
        <a:xfrm rot="10800000">
          <a:off x="4653941" y="2942297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71843"/>
            <a:satOff val="-7168"/>
            <a:lumOff val="234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10800000">
        <a:off x="4772229" y="3034547"/>
        <a:ext cx="276005" cy="276749"/>
      </dsp:txXfrm>
    </dsp:sp>
    <dsp:sp modelId="{E4FE4C76-72BD-4A22-A6ED-1E982DAC7FEA}">
      <dsp:nvSpPr>
        <dsp:cNvPr id="0" name=""/>
        <dsp:cNvSpPr/>
      </dsp:nvSpPr>
      <dsp:spPr>
        <a:xfrm>
          <a:off x="2608079" y="2614959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2450"/>
            <a:satOff val="-7764"/>
            <a:lumOff val="26295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MODEL TESTING</a:t>
          </a:r>
        </a:p>
      </dsp:txBody>
      <dsp:txXfrm>
        <a:off x="2640763" y="2647643"/>
        <a:ext cx="1794507" cy="1050557"/>
      </dsp:txXfrm>
    </dsp:sp>
    <dsp:sp modelId="{C061107C-3F93-4E7F-B811-A9CEEA60B74C}">
      <dsp:nvSpPr>
        <dsp:cNvPr id="0" name=""/>
        <dsp:cNvSpPr/>
      </dsp:nvSpPr>
      <dsp:spPr>
        <a:xfrm rot="10800000">
          <a:off x="2050116" y="2942297"/>
          <a:ext cx="394293" cy="4612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46212"/>
            <a:satOff val="-8602"/>
            <a:lumOff val="2812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10800000">
        <a:off x="2168404" y="3034547"/>
        <a:ext cx="276005" cy="276749"/>
      </dsp:txXfrm>
    </dsp:sp>
    <dsp:sp modelId="{C1284675-DC20-4A5D-8EEA-5B537FD6A4EE}">
      <dsp:nvSpPr>
        <dsp:cNvPr id="0" name=""/>
        <dsp:cNvSpPr/>
      </dsp:nvSpPr>
      <dsp:spPr>
        <a:xfrm>
          <a:off x="4253" y="2614959"/>
          <a:ext cx="1859875" cy="111592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OUTPUT</a:t>
          </a:r>
        </a:p>
      </dsp:txBody>
      <dsp:txXfrm>
        <a:off x="36937" y="2647643"/>
        <a:ext cx="1794507" cy="1050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5FD50DB-0ED8-4350-A69B-75074B7F64CC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674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E846-943F-48C6-9141-B4D13C7B9DAE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1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86BBB9-66CD-43C7-9F91-9C42B80CB7B2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55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8CBE2-6D29-4675-AC38-5B8E62A8FCB0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5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66DC-6D77-44F2-92F4-A8A2F69C24CD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80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13D54-69FD-4CF3-81FB-2C979606CBD5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3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65DCA-18D4-4B1D-AA60-0FAB97629E4A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9906E8-E9EF-6C11-1755-764A3CDDA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669D8B-F110-4C16-F821-707C04292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1245E1-206C-3E1B-51F5-EEB505ACC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E111DC-1199-6C84-E930-5B0FBED8F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39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9BE5-3DEC-4781-ABD4-27FE755577D8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363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16CE9E3-0C84-42A0-9029-C9066FC972A0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752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92D4C-18BE-44E1-B45F-E3B45CFDC749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7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F116-4B2B-4EE8-B95F-EB7EED0E8B80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18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299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8E6A3C4-2394-4009-8339-3F63C0B9B1D4}" type="datetime1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FCBD0A-62ED-CB78-28E4-5F638A7DD786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58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65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15987" y="439407"/>
            <a:ext cx="10360025" cy="3087688"/>
          </a:xfrm>
        </p:spPr>
        <p:txBody>
          <a:bodyPr anchor="t">
            <a:normAutofit/>
          </a:bodyPr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CLASSIFICATION OF ALZHEIMER'S DISEASE WITH CNN USING MRI IMAGE 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3F9F8-14C4-F24C-197A-944A0908F6D9}"/>
              </a:ext>
            </a:extLst>
          </p:cNvPr>
          <p:cNvSpPr txBox="1"/>
          <p:nvPr/>
        </p:nvSpPr>
        <p:spPr>
          <a:xfrm>
            <a:off x="250721" y="573662"/>
            <a:ext cx="116905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2B5A4-0E35-CBDB-2A7F-BEE6C545BD45}"/>
              </a:ext>
            </a:extLst>
          </p:cNvPr>
          <p:cNvSpPr txBox="1"/>
          <p:nvPr/>
        </p:nvSpPr>
        <p:spPr>
          <a:xfrm>
            <a:off x="514965" y="1582993"/>
            <a:ext cx="11162070" cy="43065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 CHART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9029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CCC922-2AED-68B1-1C81-A08582B350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627312"/>
            <a:ext cx="10432026" cy="70185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820CD-71FE-E30A-A64A-8B6738039F30}"/>
              </a:ext>
            </a:extLst>
          </p:cNvPr>
          <p:cNvSpPr txBox="1"/>
          <p:nvPr/>
        </p:nvSpPr>
        <p:spPr>
          <a:xfrm>
            <a:off x="840658" y="1848463"/>
            <a:ext cx="996990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Alzheimer's disease, a neurodegenerative disorder affecting millions globally, presents a significant challenge in diagnosis and treatment.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study proposes a CNN architecture to extract the features of a MRI brain image and classifies according to the severity of Alzheimer’s disease.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dataset has 4 classes labelled as Mild-Demented, Moderate-Demented, Non-Demented, Very Mild-Demented 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dataset has clas</a:t>
            </a:r>
            <a:r>
              <a:rPr lang="en-IN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 imbalance problem which is mitigated through the use of a resampling algorithm SMOTEEN.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kern="0" dirty="0"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CNN model achieves a remarkable accuracy of 99.8% on unseen test data, signifying its capability to effectively distinguish between different severities of Alzheimer's disease.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94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D0498-1080-1722-F0D4-27C23D354E2B}"/>
              </a:ext>
            </a:extLst>
          </p:cNvPr>
          <p:cNvSpPr txBox="1"/>
          <p:nvPr/>
        </p:nvSpPr>
        <p:spPr>
          <a:xfrm>
            <a:off x="162231" y="796412"/>
            <a:ext cx="118675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0D37D-3E00-1219-FDD0-E051126CC5D6}"/>
              </a:ext>
            </a:extLst>
          </p:cNvPr>
          <p:cNvSpPr txBox="1"/>
          <p:nvPr/>
        </p:nvSpPr>
        <p:spPr>
          <a:xfrm>
            <a:off x="673508" y="2114975"/>
            <a:ext cx="108449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which accurately predicts the stages of Alzheimer’s disease.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models were trained on small datasets ,this model tries to train on larger datasets.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complexity of class imbalance has to be reduced which makes the model training effectively,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model tries to capture the broader features of MRI brain images ,were we try to capture the all relevant features.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metrics values to a much greater values comparing to the existing system.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242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24B25F-3169-1679-B45F-6B5A55843D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0555" y="797017"/>
            <a:ext cx="11670890" cy="57027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EXISTING SYSTEM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DD39D-30EB-F734-4525-2163A857DD22}"/>
              </a:ext>
            </a:extLst>
          </p:cNvPr>
          <p:cNvSpPr txBox="1"/>
          <p:nvPr/>
        </p:nvSpPr>
        <p:spPr>
          <a:xfrm>
            <a:off x="752168" y="1921550"/>
            <a:ext cx="106876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study proposes a classification system to predict the stage of  Alzheimer’s disease to 4 classes.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Numerous studies have shown promising results using CNN architectures like VGG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Alzheimer's disease classification.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Researchers employ techniques like transfer learning using pre-trained models and data augmentation for early diagnosis.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datasets often suffer from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imbalance,where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problems are resolved using resampling algorithms like SMOTE and combination of SMOTE with other algorithms(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eg.SMOTETomek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98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1FAEB-D756-F264-EB40-E725A92E1BE4}"/>
              </a:ext>
            </a:extLst>
          </p:cNvPr>
          <p:cNvSpPr txBox="1"/>
          <p:nvPr/>
        </p:nvSpPr>
        <p:spPr>
          <a:xfrm>
            <a:off x="648928" y="816077"/>
            <a:ext cx="1089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7D2B8-ABC2-1318-8612-CEF814AE058A}"/>
              </a:ext>
            </a:extLst>
          </p:cNvPr>
          <p:cNvSpPr txBox="1"/>
          <p:nvPr/>
        </p:nvSpPr>
        <p:spPr>
          <a:xfrm>
            <a:off x="1206909" y="1997839"/>
            <a:ext cx="97781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Alzheimer’s disease is crucial because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effect the memory and cognitive skills of a defected person.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for diagnosis may not be as accurate or can be time-consuming and has problems of class imbalance which causes the model learning inefficient.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deep learning model using CNN to analyze MRI scans and achieve high accuracy in classifying Alzheimer's disease stages, including early detection.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57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BDD7FA-8421-1CDC-3D71-C23AE480DE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86696" y="527099"/>
            <a:ext cx="11218607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3920E-BAC3-FDA1-F430-047B9AC87F29}"/>
              </a:ext>
            </a:extLst>
          </p:cNvPr>
          <p:cNvSpPr txBox="1"/>
          <p:nvPr/>
        </p:nvSpPr>
        <p:spPr>
          <a:xfrm>
            <a:off x="943897" y="1720840"/>
            <a:ext cx="99010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utilizes MRI scan data from the publicly available OASIS dataset on Kaggle for Alzheimer’s disease classification.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MRI images undergo preprocessing, including rescaling pixel intensities and resizing images to a uniform size for consistent model input.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data might have uneven numbers of scans for each dementia severity, we use a technique called SMOTEENN to create synthetic MRI scans. This helps the model learn better from all severity levels.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architecture leverages convolutional layers for feature extraction with progressive filter size increase and pooling for dimensionality reduction, incorporating dropout for regularization.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19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11A4F0-DC79-FF95-027A-548F418D7E4D}"/>
              </a:ext>
            </a:extLst>
          </p:cNvPr>
          <p:cNvSpPr txBox="1">
            <a:spLocks/>
          </p:cNvSpPr>
          <p:nvPr/>
        </p:nvSpPr>
        <p:spPr>
          <a:xfrm>
            <a:off x="1005840" y="843280"/>
            <a:ext cx="105979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model is trained using the Stochastic Gradient Descent (SGD) optimizer with categorical cross-entropy loss.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Its performance is evaluated using a comprehensive set of metrics, including accuracy ( 99.86%), AUC(99.91%), F1-score(99.85%), precision(99.86%) and recall(99.86%).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15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1ECA0-C7BB-E738-B0F5-7DF5BBA9608A}"/>
              </a:ext>
            </a:extLst>
          </p:cNvPr>
          <p:cNvSpPr txBox="1"/>
          <p:nvPr/>
        </p:nvSpPr>
        <p:spPr>
          <a:xfrm>
            <a:off x="250722" y="794716"/>
            <a:ext cx="11690555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8F5A68-376F-392E-F3A7-0F94DCCF7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075178"/>
              </p:ext>
            </p:extLst>
          </p:nvPr>
        </p:nvGraphicFramePr>
        <p:xfrm>
          <a:off x="1401096" y="1472379"/>
          <a:ext cx="9679859" cy="4485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880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DE5579-821A-5B01-D809-A57CC4C7B7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6989" y="604863"/>
            <a:ext cx="11658021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DATASET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C8E7D-05B4-15CE-73EA-4F0D73429B5F}"/>
              </a:ext>
            </a:extLst>
          </p:cNvPr>
          <p:cNvSpPr txBox="1"/>
          <p:nvPr/>
        </p:nvSpPr>
        <p:spPr>
          <a:xfrm>
            <a:off x="1036320" y="1635760"/>
            <a:ext cx="10058400" cy="348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trained on OASIS (Open Access Series of Imaging Studies) MRI  dataset from Kaggle.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 9488 brain MRI images categorized into four classes based on Alzheimer's progression such as Mild-demented ,Moderate-demented, Non-demented and Very mild–demented.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images were sliced along the z-axis into 256 pieces, with slices ranging from 100 to 160 selected from each patient.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of this dataset is to offer a valuable resource for analyzing and identifying early indicators of Alzheimer's disease.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350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8DC49-C6E0-47B4-7953-92CDCF15E1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72160" y="751840"/>
            <a:ext cx="1022096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PREPROCESSING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62107-FBCF-DB82-D12A-1445D444AB6C}"/>
              </a:ext>
            </a:extLst>
          </p:cNvPr>
          <p:cNvSpPr txBox="1"/>
          <p:nvPr/>
        </p:nvSpPr>
        <p:spPr>
          <a:xfrm>
            <a:off x="985520" y="1656080"/>
            <a:ext cx="10220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preprocessing in image classification is to transform raw image data into a format that facilitates optimal learning by the deep learning model.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,we rescale the images from their original range of 0-255 to a range of 0-1. This normalization technique helps to place all pixel values on a common scale.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resize the image to a width of 176 pixels and height of 208 pixels.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resolve the class imbalance problem ,we use a resampling algorithm “SMOTEEN”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SMOTEENN stands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(Synthetic Minority Oversampling Technique)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(Edited Nearest Neighbors),which generates synthetic data points for the under-represented classes.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split the preprocessed data into three distinct sets: training, validation, and test sets.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14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708FF2-F057-7B50-A7F0-691B1F579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543" y="836771"/>
            <a:ext cx="10368913" cy="5184457"/>
          </a:xfrm>
        </p:spPr>
      </p:pic>
    </p:spTree>
    <p:extLst>
      <p:ext uri="{BB962C8B-B14F-4D97-AF65-F5344CB8AC3E}">
        <p14:creationId xmlns:p14="http://schemas.microsoft.com/office/powerpoint/2010/main" val="332426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BA7F77-1910-5EF7-4A5F-D1CE5BC95F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1460" y="840683"/>
            <a:ext cx="1168908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CNN MODEL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F23E6-113F-310B-15DB-A4092F32DFC1}"/>
              </a:ext>
            </a:extLst>
          </p:cNvPr>
          <p:cNvSpPr txBox="1"/>
          <p:nvPr/>
        </p:nvSpPr>
        <p:spPr>
          <a:xfrm>
            <a:off x="1045029" y="2019719"/>
            <a:ext cx="98982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CNN extracts features from brain images using convolutional layers with increasing complexity.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layer is an input layer with a shape </a:t>
            </a:r>
            <a:r>
              <a:rPr lang="en-IN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height of 176 pixels, a width of 208 pixels, and 3 colour channels (RGB).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of feature extraction happens through several convolutional blocks. Each block typically consists of a convolutional layer followed by a pooling layer.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4 convolutional blocks with “ELU” as the activation function and Kernal size as “3x3” for the first 3 layers and “5x5” for the last layer 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16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A6295D-2498-36D8-A398-2EE9BD8DF7E0}"/>
              </a:ext>
            </a:extLst>
          </p:cNvPr>
          <p:cNvSpPr txBox="1"/>
          <p:nvPr/>
        </p:nvSpPr>
        <p:spPr>
          <a:xfrm>
            <a:off x="919316" y="1537936"/>
            <a:ext cx="103533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convolutional blocks employ a progressive increase in filter count, starting with 16, then 32, 64, and finally 128 filters for learning features of growing complexity.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“AVERAGE POOLING” and “MAXPOOLING” is used in these 4 Convolutional blocks with a poling size of (2,2).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Dropout layer with a rate of 0.05 is added after the convolutional blocks.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Dropout randomly drops a certain percentage of activations during training, helping to prevent overfitting.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 with 512 and 4 neurons (classes) process flattened features from convolutions, using ELU activation and Dropout (0.2) for regularization, with “SOFTMAX” for probability distribution.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2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26A976-81C9-3F81-DF77-4CD3028825BF}"/>
              </a:ext>
            </a:extLst>
          </p:cNvPr>
          <p:cNvSpPr txBox="1"/>
          <p:nvPr/>
        </p:nvSpPr>
        <p:spPr>
          <a:xfrm>
            <a:off x="2084439" y="827770"/>
            <a:ext cx="802312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47EA4-75EF-6982-033C-0174658E2001}"/>
              </a:ext>
            </a:extLst>
          </p:cNvPr>
          <p:cNvSpPr txBox="1"/>
          <p:nvPr/>
        </p:nvSpPr>
        <p:spPr>
          <a:xfrm>
            <a:off x="1185705" y="2059912"/>
            <a:ext cx="93952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train the model with an SGD optimizer (learning rate: 0.05) and Categorical Cross entropy loss, ideal for our 4-class classification task.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tracked with Accuracy, AUC, F1 Score, Precision, and Recall.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callback function as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 monitors validation loss, automatically reducing the learning rate if improvement stalls for a certain period to prevent overfitting.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trains for 40 epochs with SGD optimizer, categorical Cross entropy loss, and early stopping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53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57CBE-31A4-D525-4593-3AFF7F2488BD}"/>
              </a:ext>
            </a:extLst>
          </p:cNvPr>
          <p:cNvSpPr txBox="1"/>
          <p:nvPr/>
        </p:nvSpPr>
        <p:spPr>
          <a:xfrm>
            <a:off x="416233" y="589934"/>
            <a:ext cx="11359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DIAGRAM-Level 0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1476C5-D51C-4DF3-4105-A14B1B2DF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546" y="2205829"/>
            <a:ext cx="9944907" cy="3241242"/>
          </a:xfrm>
        </p:spPr>
      </p:pic>
    </p:spTree>
    <p:extLst>
      <p:ext uri="{BB962C8B-B14F-4D97-AF65-F5344CB8AC3E}">
        <p14:creationId xmlns:p14="http://schemas.microsoft.com/office/powerpoint/2010/main" val="2086378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57CBE-31A4-D525-4593-3AFF7F2488BD}"/>
              </a:ext>
            </a:extLst>
          </p:cNvPr>
          <p:cNvSpPr txBox="1"/>
          <p:nvPr/>
        </p:nvSpPr>
        <p:spPr>
          <a:xfrm>
            <a:off x="416233" y="589934"/>
            <a:ext cx="11359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DIAGRAM-Level 1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BF4754-B8B1-A0D9-563A-933AAD0D5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480" y="1475747"/>
            <a:ext cx="10099040" cy="4704363"/>
          </a:xfrm>
        </p:spPr>
      </p:pic>
    </p:spTree>
    <p:extLst>
      <p:ext uri="{BB962C8B-B14F-4D97-AF65-F5344CB8AC3E}">
        <p14:creationId xmlns:p14="http://schemas.microsoft.com/office/powerpoint/2010/main" val="3629216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57CBE-31A4-D525-4593-3AFF7F2488BD}"/>
              </a:ext>
            </a:extLst>
          </p:cNvPr>
          <p:cNvSpPr txBox="1"/>
          <p:nvPr/>
        </p:nvSpPr>
        <p:spPr>
          <a:xfrm>
            <a:off x="416233" y="589934"/>
            <a:ext cx="11359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DIAGRAM-Level 2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24C81-546E-3735-BD79-77F6BF456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21" y="1739645"/>
            <a:ext cx="10776155" cy="3932237"/>
          </a:xfrm>
        </p:spPr>
      </p:pic>
    </p:spTree>
    <p:extLst>
      <p:ext uri="{BB962C8B-B14F-4D97-AF65-F5344CB8AC3E}">
        <p14:creationId xmlns:p14="http://schemas.microsoft.com/office/powerpoint/2010/main" val="3219404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57CBE-31A4-D525-4593-3AFF7F2488BD}"/>
              </a:ext>
            </a:extLst>
          </p:cNvPr>
          <p:cNvSpPr txBox="1"/>
          <p:nvPr/>
        </p:nvSpPr>
        <p:spPr>
          <a:xfrm>
            <a:off x="416233" y="589934"/>
            <a:ext cx="11359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–Level 3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CFCD7-3410-88D8-EE60-EB3570944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192" y="1936289"/>
            <a:ext cx="9635613" cy="3932237"/>
          </a:xfrm>
        </p:spPr>
      </p:pic>
    </p:spTree>
    <p:extLst>
      <p:ext uri="{BB962C8B-B14F-4D97-AF65-F5344CB8AC3E}">
        <p14:creationId xmlns:p14="http://schemas.microsoft.com/office/powerpoint/2010/main" val="2767394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57CBE-31A4-D525-4593-3AFF7F2488BD}"/>
              </a:ext>
            </a:extLst>
          </p:cNvPr>
          <p:cNvSpPr txBox="1"/>
          <p:nvPr/>
        </p:nvSpPr>
        <p:spPr>
          <a:xfrm>
            <a:off x="416233" y="589934"/>
            <a:ext cx="11359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DIAGRAM-Level 3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DBC70-F85D-ABDF-394F-05D5719DA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913" y="1927122"/>
            <a:ext cx="9288171" cy="3657600"/>
          </a:xfrm>
        </p:spPr>
      </p:pic>
    </p:spTree>
    <p:extLst>
      <p:ext uri="{BB962C8B-B14F-4D97-AF65-F5344CB8AC3E}">
        <p14:creationId xmlns:p14="http://schemas.microsoft.com/office/powerpoint/2010/main" val="3509191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69378E-F5B7-667A-B134-0805309F517B}"/>
              </a:ext>
            </a:extLst>
          </p:cNvPr>
          <p:cNvSpPr txBox="1"/>
          <p:nvPr/>
        </p:nvSpPr>
        <p:spPr>
          <a:xfrm>
            <a:off x="206477" y="698089"/>
            <a:ext cx="117298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 CHART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FF7B9D-7C9E-0A25-E939-A6D687549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580" y="1992271"/>
            <a:ext cx="11106839" cy="4167640"/>
          </a:xfrm>
        </p:spPr>
      </p:pic>
    </p:spTree>
    <p:extLst>
      <p:ext uri="{BB962C8B-B14F-4D97-AF65-F5344CB8AC3E}">
        <p14:creationId xmlns:p14="http://schemas.microsoft.com/office/powerpoint/2010/main" val="383512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5FEB86-3F7D-387A-1E0D-3D384CC1E219}"/>
              </a:ext>
            </a:extLst>
          </p:cNvPr>
          <p:cNvSpPr txBox="1"/>
          <p:nvPr/>
        </p:nvSpPr>
        <p:spPr>
          <a:xfrm>
            <a:off x="252443" y="889511"/>
            <a:ext cx="11687113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655C-D47E-CC85-5B4A-C279EDB5E572}"/>
              </a:ext>
            </a:extLst>
          </p:cNvPr>
          <p:cNvSpPr txBox="1"/>
          <p:nvPr/>
        </p:nvSpPr>
        <p:spPr>
          <a:xfrm>
            <a:off x="1106128" y="2127159"/>
            <a:ext cx="9979742" cy="283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intervention potential: Refine the model to predict Alzheimer's risk, enabling earlier intervention and potentially slowing disease progression.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 integration: Develop a user-friendly interface for seamless integration with clinical workflows, aiding doctors in accurate and efficient diagnoses.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 approach: Explore combining brain images with genetic data, cognitive tests, or biomarkers for a more robust and accurate classification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90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4EFEB2-78C4-0E65-0C54-72A8AE62D163}"/>
              </a:ext>
            </a:extLst>
          </p:cNvPr>
          <p:cNvSpPr txBox="1"/>
          <p:nvPr/>
        </p:nvSpPr>
        <p:spPr>
          <a:xfrm>
            <a:off x="1850571" y="753626"/>
            <a:ext cx="8490857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FADEE-457A-AD23-9EB6-7F87BE68E384}"/>
              </a:ext>
            </a:extLst>
          </p:cNvPr>
          <p:cNvSpPr txBox="1"/>
          <p:nvPr/>
        </p:nvSpPr>
        <p:spPr>
          <a:xfrm>
            <a:off x="1174954" y="1859339"/>
            <a:ext cx="9842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SMOTEENN oversampling balanced the training data, preventing bias towards common dementia severities.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 remarkable 99.8659% testing accuracy in classifying dementia severity from brain scans.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CNN architecture effectively extracted relevant features from brain scans, likely capturing crucial information about structural differences.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establishes a strong foundation for further exploration. Experimenting with network architecture and hyperparameters could potentially lead to even better classification results.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624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3CA241-6167-555E-D885-BB781C87B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413" y="914400"/>
            <a:ext cx="10391173" cy="5029200"/>
          </a:xfrm>
        </p:spPr>
        <p:txBody>
          <a:bodyPr/>
          <a:lstStyle/>
          <a:p>
            <a:r>
              <a:rPr lang="en-US" sz="5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THANK</a:t>
            </a:r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5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YOU</a:t>
            </a:r>
            <a:endParaRPr lang="en-IN" sz="56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2680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613</TotalTime>
  <Words>1300</Words>
  <Application>Microsoft Office PowerPoint</Application>
  <PresentationFormat>Widescreen</PresentationFormat>
  <Paragraphs>151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Century Gothic</vt:lpstr>
      <vt:lpstr>Garamond</vt:lpstr>
      <vt:lpstr>Sagona Book</vt:lpstr>
      <vt:lpstr>Times New Roman</vt:lpstr>
      <vt:lpstr>Wingdings</vt:lpstr>
      <vt:lpstr>Savon</vt:lpstr>
      <vt:lpstr>  EARLY CLASSIFICATION OF ALZHEIMER'S DISEASE WITH CNN USING MRI IMAGE </vt:lpstr>
      <vt:lpstr>PowerPoint Presentation</vt:lpstr>
      <vt:lpstr>ABSTRACT</vt:lpstr>
      <vt:lpstr>PowerPoint Presentation</vt:lpstr>
      <vt:lpstr>EXISTING SYSTEM</vt:lpstr>
      <vt:lpstr>PowerPoint Presentation</vt:lpstr>
      <vt:lpstr>PROPOSED SYSTEM</vt:lpstr>
      <vt:lpstr>PowerPoint Presentation</vt:lpstr>
      <vt:lpstr>PowerPoint Presentation</vt:lpstr>
      <vt:lpstr>DATASET</vt:lpstr>
      <vt:lpstr>PREPROCESSING</vt:lpstr>
      <vt:lpstr>PowerPoint Presentation</vt:lpstr>
      <vt:lpstr>CNN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Vijayan</dc:creator>
  <cp:lastModifiedBy>Deepika Vijayan</cp:lastModifiedBy>
  <cp:revision>31</cp:revision>
  <dcterms:created xsi:type="dcterms:W3CDTF">2024-06-15T01:59:04Z</dcterms:created>
  <dcterms:modified xsi:type="dcterms:W3CDTF">2025-03-04T15:47:48Z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